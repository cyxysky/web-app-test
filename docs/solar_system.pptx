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8367\Desktop\test\web-app-test\runtime\artifacts\chat_6cae902f61d4\document-assets\download-solar_system_true_col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97280" y="192024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 阳 系</a:t>
            </a:r>
            <a:endParaRPr lang="en-US" sz="6800" dirty="0"/>
          </a:p>
        </p:txBody>
      </p:sp>
      <p:sp>
        <p:nvSpPr>
          <p:cNvPr id="5" name="Text 2"/>
          <p:cNvSpPr/>
          <p:nvPr/>
        </p:nvSpPr>
        <p:spPr>
          <a:xfrm>
            <a:off x="1097280" y="338328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探索我们的宇宙家园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937760" y="4297680"/>
            <a:ext cx="2286000" cy="27432"/>
          </a:xfrm>
          <a:prstGeom prst="rect">
            <a:avLst/>
          </a:prstGeom>
          <a:solidFill>
            <a:srgbClr val="4DD0E1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5943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内容整理自 维基百科 · 太阳系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太阳系概览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920240" y="2267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太阳系内的天体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920240" y="3410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920240" y="3977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形成与演化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920240" y="4553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83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92024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920240" y="5696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9520" y="1691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内太阳系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589520" y="2267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697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589520" y="2834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外太阳系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9520" y="3410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840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589520" y="3977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海王星外区域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4553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834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6A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589520" y="51206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行星数据对比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589520" y="5696712"/>
            <a:ext cx="3840480" cy="18288"/>
          </a:xfrm>
          <a:prstGeom prst="rect">
            <a:avLst/>
          </a:prstGeom>
          <a:solidFill>
            <a:srgbClr val="2A356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太阳系概览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SYSTEM OVERVIEW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solar_system_true_col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6692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46304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45.68 亿年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66560" y="225856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95360" y="2258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银河系 · 猎户臂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766560" y="28254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恒星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95360" y="28254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太阳（G2V 型主序星）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66560" y="33924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行星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95360" y="33924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颗（4 岩石 + 4 巨行星）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66560" y="395935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矮行星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95360" y="3959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 9 颗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6656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天然卫星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595360" y="4526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758 颗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766560" y="509320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已知小行星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95360" y="5093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1,368,528 颗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766560" y="566013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已知彗星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595360" y="56601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4,591 颗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太阳系内的天体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CELESTIAL BODIES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planets_dwarf_plan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58521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4630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太阳系内大多数天体都环绕太阳运动，按国际天文学联合会（IAU）2006 年的定义，可分为三类：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75120" y="256032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0" y="2651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0" y="30632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环绕太阳、质量足够大、已清空邻近轨道区域的天体，共 8 颗。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379476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0" y="38862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矮行星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0" y="42976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质量足以形成球形，但未清空邻近轨道区域，如冥王星、谷神星、阋神星等。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5029200"/>
            <a:ext cx="5029200" cy="1051560"/>
          </a:xfrm>
          <a:prstGeom prst="roundRect">
            <a:avLst>
              <a:gd name="adj" fmla="val 5217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5120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太阳系小天体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0" y="55321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小行星、彗星、流星体与行星际尘埃等。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形成与演化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&amp; EVOLUTION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太阳系形成于约 46 亿年前，由太阳星云（巨大分子云）的引力坍缩而成。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240280"/>
            <a:ext cx="548640" cy="5486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引力坍缩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原始分子云坍缩，角动量守恒使其旋转加速并变扁平。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2240280"/>
            <a:ext cx="548640" cy="5486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原恒星形成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中心形成炙热致密的原恒星，外围圆盘成为行星形成的温床。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2240280"/>
            <a:ext cx="548640" cy="5486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行星形成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246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霜线以内形成类地行星，以外形成巨行星。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210312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95560" y="2240280"/>
            <a:ext cx="548640" cy="54864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23" name="Text 21"/>
          <p:cNvSpPr/>
          <p:nvPr/>
        </p:nvSpPr>
        <p:spPr>
          <a:xfrm>
            <a:off x="101955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0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主序星阶段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326880" y="32461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5000 万年后，太阳核心开始氢聚变，成为主序星。</a:t>
            </a:r>
            <a:endParaRPr lang="en-US" sz="1100" dirty="0"/>
          </a:p>
        </p:txBody>
      </p:sp>
      <p:pic>
        <p:nvPicPr>
          <p:cNvPr id="26" name="Image 0" descr="C:\Users\18367\Desktop\test\web-app-test\runtime\artifacts\chat_6cae902f61d4\document-assets\download-sun_red_giant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389120"/>
            <a:ext cx="2560320" cy="2286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474720" y="4663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太阳的未来：约 50 亿年后，太阳核心氢耗尽，将膨胀为红巨星，最终坍缩为白矮星。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the_su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84632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0" y="1463040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光谱类型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G2V 型主序星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19456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2423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质量占比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50392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占太阳系总质量的 99.86%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0" y="292608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3154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表面温度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50392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6,000 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365760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886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核心反应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50392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氢聚变为氦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0" y="438912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0" y="4617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太阳风速度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03920" y="4617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万 – 288 万 km/h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512064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5349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太阳圈半径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503920" y="5349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75–90 AU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5852160"/>
            <a:ext cx="5029200" cy="9144"/>
          </a:xfrm>
          <a:prstGeom prst="rect">
            <a:avLst/>
          </a:prstGeom>
          <a:solidFill>
            <a:srgbClr val="2A3560"/>
          </a:solidFill>
          <a:ln/>
        </p:spPr>
      </p:sp>
      <p:sp>
        <p:nvSpPr>
          <p:cNvPr id="25" name="Text 22"/>
          <p:cNvSpPr/>
          <p:nvPr/>
        </p:nvSpPr>
        <p:spPr>
          <a:xfrm>
            <a:off x="6400800" y="56692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太阳通过核心的氢聚变释放能量，其电磁辐射峰值位于可见光区域，是地球生命能量的最终来源。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内太阳系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SOLAR SYSTEM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terrestrial_plan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10896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663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四颗类地行星：水星、金星、地球、火星。它们主要由硅酸盐和金属构成，体积较小、密度较高。</a:t>
            </a:r>
            <a:endParaRPr lang="en-US" sz="1200" dirty="0"/>
          </a:p>
        </p:txBody>
      </p:sp>
      <p:pic>
        <p:nvPicPr>
          <p:cNvPr id="7" name="Image 1" descr="C:\Users\18367\Desktop\test\web-app-test\runtime\artifacts\chat_6cae902f61d4\document-assets\download-largest_asteroid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463040"/>
            <a:ext cx="658368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4663440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小行星带位于火星与木星之间（2.3–3.3 AU），是太阳系形成时期的残留物，包含数百万颗小行星。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557784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内太阳系边界：霜线以内，半径约 5 AU。已知天体包括四颗类地行星、月球与火卫、十二颗特洛伊天体及主小行星带。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外太阳系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OUTER SOLAR SYSTEM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outer_plan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310896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6634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四颗巨行星：木星、土星（气态巨行星）、天王星、海王星（冰巨行星），合计占绕日天体总质量的 99%。</a:t>
            </a:r>
            <a:endParaRPr lang="en-US" sz="1200" dirty="0"/>
          </a:p>
        </p:txBody>
      </p:sp>
      <p:pic>
        <p:nvPicPr>
          <p:cNvPr id="7" name="Image 1" descr="C:\Users\18367\Desktop\test\web-app-test\runtime\artifacts\chat_6cae902f61d4\document-assets\download-jupiter_satellites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463040"/>
            <a:ext cx="5943600" cy="3108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40480" y="4663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巨行星拥有众多卫星与环系统。木星已知卫星 95 颗，土星 146 颗，其中许多为逆行卫星。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02920" y="5577840"/>
            <a:ext cx="11155680" cy="822960"/>
          </a:xfrm>
          <a:prstGeom prst="roundRect">
            <a:avLst>
              <a:gd name="adj" fmla="val 6667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7150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外太阳系位于霜线以外，天体含有更高比例的挥发物（水、氨、甲烷），低温使这些化合物保持固态冰。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海王星外区域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TRANS-NEPTUNIAN REGION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solar_system_dist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1115568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柯伊伯带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657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位于海王星轨道之外 30–50 AU，包含冥王星等矮行星与大量冰质小天体。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离散盘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480560" y="3657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轨道高度椭圆的散射天体，如阋神星、赛德娜。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292608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3108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奥尔特云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75320" y="365760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理论预测的球形云团，延伸 2,000–200,000 AU，是长周期彗星的来源。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海王星外区域是太阳系中尚未被充分探索的“第三区”，也是众多彗星的发源地。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八大行星数据对比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 DATA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直径 (km)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 (地球=1)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距太阳 (AU)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公转周期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卫星数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4,879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12,104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0.815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地球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12,742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365.25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火星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6,779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687 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木星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139,820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317.8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11.86 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土星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116,460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95.2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9.58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29.46 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天王星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50,724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19.22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84.01 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海王星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49,244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30.05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164.8 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73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数据来源：维基百科 · 太阳系（近似值）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距离与比例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686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D0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&amp; SCALE</a:t>
            </a:r>
            <a:endParaRPr lang="en-US" sz="1300" dirty="0"/>
          </a:p>
        </p:txBody>
      </p:sp>
      <p:pic>
        <p:nvPicPr>
          <p:cNvPr id="5" name="Image 0" descr="C:\Users\18367\Desktop\test\web-app-test\runtime\artifacts\chat_6cae902f61d4\document-assets\download-solar_system_distance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1115568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926080"/>
            <a:ext cx="11155680" cy="3108960"/>
          </a:xfrm>
          <a:prstGeom prst="roundRect">
            <a:avLst>
              <a:gd name="adj" fmla="val 2353"/>
            </a:avLst>
          </a:prstGeom>
          <a:solidFill>
            <a:srgbClr val="101736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1089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太阳系的空间尺度远超想象：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10789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地球到太阳的平均距离为 1 天文单位（AU），约 1.5 亿千米。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海王星距太阳约 30 AU，是地球的 30 倍。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太阳圈边界约 120 AU，奥尔特云延伸至 2,000–200,000 AU。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距离太阳最近的恒星——毗邻星，位于 4.25 光年之外。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18367\Desktop\test\web-app-test\runtime\artifacts\chat_6cae902f61d4\document-assets\download-solar_system_true_col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1A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097280" y="237744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C5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097280" y="36576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仰望星空，探索不止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97280" y="59436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内容整理自 维基百科 · 太阳系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太阳系</dc:title>
  <dc:subject>PptxGenJS Presentation</dc:subject>
  <dc:creator>AI</dc:creator>
  <cp:lastModifiedBy>AI</cp:lastModifiedBy>
  <cp:revision>1</cp:revision>
  <dcterms:created xsi:type="dcterms:W3CDTF">2026-08-23T10:39:34Z</dcterms:created>
  <dcterms:modified xsi:type="dcterms:W3CDTF">2026-08-23T10:39:34Z</dcterms:modified>
</cp:coreProperties>
</file>